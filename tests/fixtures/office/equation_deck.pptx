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diagrams/data1.xml" ContentType="application/vnd.openxmlformats-officedocument.drawingml.diagramData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diagrams/data1.xml><?xml version="1.0" encoding="utf-8"?>
<dgm:dataModel xmlns:a="http://schemas.openxmlformats.org/drawingml/2006/main" xmlns:a14="http://schemas.microsoft.com/office/drawing/2010/main" xmlns:c="http://schemas.openxmlformats.org/drawingml/2006/chart" xmlns:dgm="http://schemas.openxmlformats.org/drawingml/2006/diagram" xmlns:m="http://schemas.openxmlformats.org/officeDocument/2006/math" xmlns:mc="http://schemas.openxmlformats.org/markup-compatibility/2006" xmlns:p="http://schemas.openxmlformats.org/presentationml/2006/main" xmlns:p14="http://schemas.microsoft.com/office/powerpoint/2010/main" xmlns:r="http://schemas.openxmlformats.org/officeDocument/2006/relationships" xmlns:v="urn:schemas-microsoft-com:vml" xmlns:w="http://schemas.openxmlformats.org/wordprocessingml/2006/main" xmlns:wp="http://schemas.openxmlformats.org/drawingml/2006/wordprocessingDrawing" xmlns:wps="http://schemas.microsoft.com/office/word/2010/wordprocessingShape">
  <dgm:ptLst>
    <dgm:pt modelId="{0}" type="doc">
      <dgm:prSet/>
      <dgm:spPr/>
      <dgm:t>
        <a:bodyPr/>
        <a:lstStyle/>
        <a:p/>
      </dgm:t>
    </dgm:pt>
    <dgm:pt modelId="{2}">
      <dgm:prSet/>
      <dgm:spPr/>
      <dgm:t>
        <a:bodyPr/>
        <a:lstStyle/>
        <a:p>
          <a:r>
            <a:t>Then weigh the second step</a:t>
          </a:r>
        </a:p>
      </dgm:t>
    </dgm:pt>
    <dgm:pt modelId="{1}">
      <dgm:prSet/>
      <dgm:spPr/>
      <dgm:t>
        <a:bodyPr/>
        <a:lstStyle/>
        <a:p>
          <a:r>
            <a:t>First gather the readings</a:t>
          </a:r>
        </a:p>
      </dgm:t>
    </dgm:pt>
    <dgm:pt modelId="{3}" type="pres">
      <dgm:prSet presName="diagram"/>
      <dgm:spPr/>
    </dgm:pt>
  </dgm:ptLst>
  <dgm:cxnLst>
    <dgm:cxn modelId="{8}" srcId="{0}" destId="{2}" srcOrd="1" destOrd="0"/>
    <dgm:cxn modelId="{9}" srcId="{0}" destId="{1}" srcOrd="0" destOrd="0"/>
    <dgm:cxn modelId="{7}" type="presOf" srcId="{1}" destId="{3}" srcOrd="0" destOrd="0"/>
  </dgm:cxnLst>
  <dgm:bg/>
  <dgm:whole/>
</dgm:dataModel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bound aloud </a:t>
            </a:r>
            <a14:m xmlns:a14="http://schemas.microsoft.com/office/drawing/2010/main" xmlns:m="http://schemas.openxmlformats.org/officeDocument/2006/math">
              <m:oMath>
                <m:r>
                  <a:rPr lang="en-US" i="1"/>
                  <m:t>≥</m:t>
                </m:r>
              </m:oMath>
            </a14:m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diagramData" Target="../diagrams/data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Bounds on Two Readings</a:t>
            </a:r>
          </a:p>
        </p:txBody>
      </p:sp>
      <mc:AlternateContent xmlns:mc="http://schemas.openxmlformats.org/markup-compatibility/2006" xmlns:a14="http://schemas.microsoft.com/office/drawing/2010/main" xmlns:m="http://schemas.openxmlformats.org/officeDocument/2006/math">
        <mc:Choice Requires="a14">
          <p:sp>
            <p:nvSpPr>
              <p:cNvPr id="3" name="Text 3"/>
              <p:cNvSpPr txBox="1"/>
              <p:nvPr/>
            </p:nvSpPr>
            <p:spPr>
              <a:xfrm>
                <a:off x="457200" y="1600200"/>
                <a:ext cx="8229600" cy="1500000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SENTINEL PPTX EQUATION QUOKKA</a:t>
                </a:r>
              </a:p>
              <a:p>
                <a:r>
                  <a:t>x </a:t>
                </a:r>
                <a14:m>
                  <m:oMath>
                    <m:r>
                      <a:rPr lang="en-US" i="1"/>
                      <m:t>≤</m:t>
                    </m:r>
                  </m:oMath>
                </a14:m>
                <a:r>
                  <a:t> 12; y</a:t>
                </a:r>
                <a:r>
                  <a:rPr baseline="-25000"/>
                  <a:t>1</a:t>
                </a:r>
                <a:r>
                  <a:t> </a:t>
                </a:r>
                <a14:m>
                  <m:oMath>
                    <m:r>
                      <a:rPr lang="en-US" i="1"/>
                      <m:t>&gt;</m:t>
                    </m:r>
                  </m:oMath>
                </a14:m>
                <a:r>
                  <a:t> 7</a:t>
                </a:r>
              </a:p>
            </p:txBody>
          </p:sp>
        </mc:Choice>
        <mc:Fallback>
          <p:sp>
            <p:nvSpPr>
              <p:cNvPr id="3" name="Text 3"/>
              <p:cNvSpPr txBox="1"/>
              <p:nvPr/>
            </p:nvSpPr>
            <p:spPr>
              <a:xfrm>
                <a:off x="457200" y="1600200"/>
                <a:ext cx="8229600" cy="150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Grouped Bound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0" y="3000000"/>
            <a:ext cx="3000000" cy="500000"/>
            <a:chOff x="0" y="3000000"/>
            <a:chExt cx="3000000" cy="500000"/>
          </a:xfrm>
        </p:grpSpPr>
        <p:sp>
          <p:nvSpPr>
            <p:cNvPr id="4" name="TextBox 3"/>
            <p:cNvSpPr txBox="1"/>
            <p:nvPr/>
          </p:nvSpPr>
          <p:spPr>
            <a:xfrm>
              <a:off x="0" y="3000000"/>
              <a:ext cx="3000000" cy="50000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t>Beside the group</a:t>
              </a:r>
            </a:p>
          </p:txBody>
        </p:sp>
        <mc:AlternateContent xmlns:mc="http://schemas.openxmlformats.org/markup-compatibility/2006" xmlns:a14="http://schemas.microsoft.com/office/drawing/2010/main" xmlns:m="http://schemas.openxmlformats.org/officeDocument/2006/math">
          <mc:Choice Requires="a14">
            <p:sp>
              <p:nvSpPr>
                <p:cNvPr id="30" name="Text 30"/>
                <p:cNvSpPr txBox="1"/>
                <p:nvPr/>
              </p:nvSpPr>
              <p:spPr>
                <a:xfrm>
                  <a:off x="457200" y="0"/>
                  <a:ext cx="8229600" cy="1500000"/>
                </a:xfrm>
                <a:prstGeom prst="rect">
                  <a:avLst/>
                </a:prstGeom>
              </p:spPr>
              <p:txBody>
                <a:bodyPr/>
                <a:lstStyle/>
                <a:p>
                  <a:r>
                    <a:t>z </a:t>
                  </a:r>
                  <a14:m>
                    <m:oMath>
                      <m:r>
                        <a:rPr lang="en-US" i="1"/>
                        <m:t>≥</m:t>
                      </m:r>
                    </m:oMath>
                  </a14:m>
                  <a:r>
                    <a:t> 3</a:t>
                  </a:r>
                </a:p>
              </p:txBody>
            </p:sp>
          </mc:Choice>
          <mc:Fallback>
            <p:sp>
              <p:nvSpPr>
                <p:cNvPr id="30" name="Text 30"/>
                <p:cNvSpPr txBox="1"/>
                <p:nvPr/>
              </p:nvSpPr>
              <p:spPr>
                <a:xfrm>
                  <a:off x="457200" y="0"/>
                  <a:ext cx="8229600" cy="150000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Bare Equation</a:t>
            </a:r>
          </a:p>
        </p:txBody>
      </p:sp>
      <p:sp xmlns:a14="http://schemas.microsoft.com/office/drawing/2010/main" xmlns:m="http://schemas.openxmlformats.org/officeDocument/2006/math">
        <p:nvSpPr>
          <p:cNvPr id="4" name="Text 4"/>
          <p:cNvSpPr txBox="1"/>
          <p:nvPr/>
        </p:nvSpPr>
        <p:spPr>
          <a:xfrm>
            <a:off x="457200" y="1600200"/>
            <a:ext cx="8229600" cy="1500000"/>
          </a:xfrm>
          <a:prstGeom prst="rect">
            <a:avLst/>
          </a:prstGeom>
        </p:spPr>
        <p:txBody>
          <a:bodyPr/>
          <a:lstStyle/>
          <a:p>
            <a:r>
              <a:t>a </a:t>
            </a:r>
            <a14:m>
              <m:oMath>
                <m:r>
                  <a:rPr lang="en-US" i="1"/>
                  <m:t>≠</m:t>
                </m:r>
              </m:oMath>
            </a14:m>
            <a:r>
              <a:t> 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Two-Step Process</a:t>
            </a:r>
          </a:p>
        </p:txBody>
      </p:sp>
      <p:graphicFrame xmlns:dgm="http://schemas.openxmlformats.org/drawingml/2006/diagram">
        <p:nvGraphicFramePr>
          <p:cNvPr id="5" name="Diagram 4"/>
          <p:cNvGraphicFramePr/>
          <p:nvPr/>
        </p:nvGraphicFramePr>
        <p:xfrm>
          <a:off x="457200" y="1600200"/>
          <a:ext cx="8229600" cy="3000000"/>
        </p:xfrm>
        <a:graphic>
          <a:graphicData uri="http://schemas.openxmlformats.org/drawingml/2006/diagram">
            <dgm:relIds r:dm="rId2" r:lo="" r:qs="" r:cs="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Stays Unread</a:t>
            </a:r>
          </a:p>
        </p:txBody>
      </p:sp>
      <p:sp xmlns:a14="http://schemas.microsoft.com/office/drawing/2010/main" xmlns:m="http://schemas.openxmlformats.org/officeDocument/2006/math">
        <p:nvSpPr>
          <p:cNvPr id="6" name="Text 6"/>
          <p:cNvSpPr txBox="1"/>
          <p:nvPr/>
        </p:nvSpPr>
        <p:spPr>
          <a:xfrm>
            <a:off x="457200" y="1600200"/>
            <a:ext cx="8229600" cy="1500000"/>
          </a:xfrm>
          <a:prstGeom prst="rect">
            <a:avLst/>
          </a:prstGeom>
        </p:spPr>
        <p:txBody>
          <a:bodyPr/>
          <a:lstStyle/>
          <a:p>
            <a:r>
              <a:t>sum </a:t>
            </a:r>
            <a14:m>
              <m:oMath>
                <m:d>
                  <m:e>
                    <m:r>
                      <m:t>a+b</m:t>
                    </m:r>
                  </m:e>
                </m:d>
              </m:oMath>
            </a14:m>
          </a:p>
        </p:txBody>
      </p:sp>
      <p:graphicFrame xmlns:mc="http://schemas.openxmlformats.org/markup-compatibility/2006">
        <p:nvGraphicFramePr>
          <p:cNvPr id="7" name="Object 6"/>
          <p:cNvGraphicFramePr/>
          <p:nvPr/>
        </p:nvGraphicFramePr>
        <p:xfrm>
          <a:off x="457200" y="3600000"/>
          <a:ext cx="3000000" cy="1000000"/>
        </p:xfrm>
        <a:graphic>
          <a:graphicData uri="http://schemas.openxmlformats.org/presentationml/2006/ole">
            <mc:AlternateContent>
              <mc:Choice Requires="v">
                <p:oleObj name="Equation" r:id="rId2" progId="Equation.3">
                  <p:embed/>
                </p:oleObj>
              </mc:Choice>
              <mc:Fallback>
                <p:oleObj name="Equation" r:id="rId2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/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/>
              <p14:cNvContentPartPr/>
              <p14:nvPr/>
            </p14:nvContentPartPr>
            <p14:xfrm>
              <a:off x="457200" y="5000000"/>
              <a:ext cx="1000000" cy="500000"/>
            </p14:xfrm>
          </p:contentPart>
        </mc:Choice>
        <mc:Fallback>
          <p:sp>
            <p:nvSpPr>
              <p:cNvPr id="8" name="Text 8"/>
              <p:cNvSpPr txBox="1"/>
              <p:nvPr/>
            </p:nvSpPr>
            <p:spPr>
              <a:xfrm>
                <a:off x="457200" y="5000000"/>
                <a:ext cx="8229600" cy="150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