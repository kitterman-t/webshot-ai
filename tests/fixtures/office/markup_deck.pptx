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[chart](https://example.invalid/chart) _x_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&lt;b&gt;series&lt;/b&gt;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&lt;img src="https://tracker.invalid/category.png"&gt;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&lt;img src="https://tracker.invalid/notes.png"&gt; *notes*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&lt;img src="https://tracker.invalid/title.png"&gt; and *title*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SENTINEL PPTX MARKUP CASSOWARY</a:t>
            </a:r>
          </a:p>
          <a:p>
            <a:r>
              <a:t>&lt;img src="https://tracker.invalid/slide.png"&gt; and *stars*</a:t>
            </a:r>
          </a:p>
          <a:p>
            <a:r>
              <a:t># Not a heading</a:t>
            </a:r>
          </a:p>
          <a:p>
            <a:r>
              <a:t>[a link](https://example.invalid/slide) and ![an image](https://tracker.invalid/slide-md.png)</a:t>
            </a:r>
          </a:p>
          <a:p>
            <a:r>
              <a:t>3. Third, as typed</a:t>
            </a:r>
          </a:p>
          <a:p>
            <a:r>
              <a:t>Total</a:t>
            </a:r>
          </a:p>
          <a:p>
            <a:r>
              <a:t>===</a:t>
            </a:r>
          </a:p>
          <a:p>
            <a:r>
              <a:t>Term</a:t>
            </a:r>
          </a:p>
          <a:p>
            <a:r>
              <a:t>: not a definition</a:t>
            </a:r>
          </a:p>
          <a:p>
            <a:r>
              <a:t>~~~</a:t>
            </a:r>
          </a:p>
          <a:p>
            <a:r>
              <a:t>Set {x}</a:t>
            </a:r>
          </a:p>
          <a:p>
            <a:r>
              <a:t>C:\Users\_x_ and a\*b and __init__</a:t>
            </a:r>
          </a:p>
          <a:p>
            <a:r>
              <a:t>&amp;copy; as typed</a:t>
            </a:r>
          </a:p>
          <a:p/>
          <a:p>
            <a:r>
              <a:t>	Indented, not code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20624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Other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&lt;img src="https://tracker.invalid/cell.png"&gt;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# cell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5029200"/>
          <a:ext cx="3657600" cy="1371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