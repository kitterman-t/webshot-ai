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tif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wmf"/><Relationship Id="rId3" Type="http://schemas.openxmlformats.org/officeDocument/2006/relationships/image" Target="../media/image4.png"/><Relationship Id="rId4" Type="http://schemas.openxmlformats.org/officeDocument/2006/relationships/image" Target="https://example.invalid/linked.png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Pictures the deck 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SENTINEL PPTX PICTURE KOALA</a:t>
            </a:r>
          </a:p>
        </p:txBody>
      </p:sp>
      <p:pic>
        <p:nvPicPr>
          <p:cNvPr id="4" name="Picture 3" descr="A blue rectang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2286000" cy="1554480"/>
          </a:xfrm>
          <a:prstGeom prst="rect">
            <a:avLst/>
          </a:prstGeom>
        </p:spPr>
      </p:pic>
      <p:pic>
        <p:nvPicPr>
          <p:cNvPr id="5" name="Picture 4" descr="A green rectangle, stored as 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286000"/>
            <a:ext cx="228600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Pictures the page cannot draw</a:t>
            </a:r>
          </a:p>
        </p:txBody>
      </p:sp>
      <p:pic>
        <p:nvPicPr>
          <p:cNvPr id="3" name="Picture 2" descr="A red rectangle, stored as a metafi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2286000" cy="1554480"/>
          </a:xfrm>
          <a:prstGeom prst="rect">
            <a:avLst/>
          </a:prstGeom>
        </p:spPr>
      </p:pic>
      <p:pic>
        <p:nvPicPr>
          <p:cNvPr id="4" name="Picture 3" descr="A picture the deck only links to"/>
          <p:cNvPicPr>
            <a:picLocks noChangeAspect="1"/>
          </p:cNvPicPr>
          <p:nvPr/>
        </p:nvPicPr>
        <p:blipFill>
          <a:blip r:link="rId4"/>
          <a:stretch>
            <a:fillRect/>
          </a:stretch>
        </p:blipFill>
        <p:spPr>
          <a:xfrm>
            <a:off x="3200400" y="2286000"/>
            <a:ext cx="2286000" cy="1554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